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B85042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291840" cy="3291840"/>
          </a:xfrm>
          <a:prstGeom prst="ellipse">
            <a:avLst/>
          </a:prstGeom>
          <a:solidFill>
            <a:srgbClr val="A7BEAE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– 3   |   25CS2103E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Recipe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Ingredient-Based Recipe Recommendation &amp; Substitution System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3520440"/>
            <a:ext cx="5577840" cy="2331720"/>
          </a:xfrm>
          <a:prstGeom prst="roundRect">
            <a:avLst>
              <a:gd name="adj" fmla="val 4706"/>
            </a:avLst>
          </a:prstGeom>
          <a:solidFill>
            <a:srgbClr val="44322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703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NO. 22   •   SECTION 08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0690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Lasya Grandhi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Ramisetty Samsritha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Gundla Laxmisri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5212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Dr. V. Sireesha, Professor, Dept. of CSE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Review  •  Skill Hours  •  06/08/2026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058400" y="411480"/>
            <a:ext cx="1234440" cy="1234440"/>
          </a:xfrm>
          <a:prstGeom prst="ellipse">
            <a:avLst/>
          </a:prstGeom>
          <a:solidFill>
            <a:srgbClr val="A7BEAE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058400" y="41148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148840"/>
            <a:ext cx="10149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often struggle to decide what to cook using only the ingredients already available at home, leading to food wastage and reliance on last-minute grocery trips.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addresses this by recommending recipes based on ingredients a user currently has, and suggesting suitable alternatives for missing items.
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takes a list of available ingredients as input and matches them against a structured recipe database to generate relevant suggestions. Core DSA concepts —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hashing, set operations, and searching techniques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are applied to optimize ingredient matching and recipe ranking, ensuring fast, accurate results as the database grows.
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logic further allows users to prepare dishes even when certain ingredients are unavailable — minimizing food waste and simplifying everyday meal planning.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matters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0" y="731520"/>
            <a:ext cx="502920" cy="502920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731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03520" y="66751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fatigue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0" y="1033272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to cook with what's already on hand is time-consuming and repetitive.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2148840"/>
            <a:ext cx="502920" cy="502920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03520" y="208483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2450592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spoil unused when people default to ordering in or buying more groceries.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0" y="3566160"/>
            <a:ext cx="502920" cy="502920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03520" y="350215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grocery trips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0" y="3867912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one or two items often triggers a full last-minute store run.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0" y="4983480"/>
            <a:ext cx="502920" cy="502920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03520" y="491947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 matching today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0" y="5285232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recipe apps search by dish name, not by what a user actually has in stock.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Functionalities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143000"/>
            <a:ext cx="0" cy="0"/>
          </a:xfrm>
          <a:prstGeom prst="line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4592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Input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enter or select the ingredients currently available at home.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64592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22402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 Engine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26280" y="26517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&amp; set operations match available ingredients against the recipe database.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41732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164592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83880" y="22402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Ranking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183880" y="26517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ranking algorithms surface the most relevant, best-fit recipes first.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06908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46634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Suggestions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8680" y="50749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suitable alternatives when one or more ingredients are missing.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8404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406908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26280" y="46634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Recipe Database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26280" y="50749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storage designed to stay fast as the recipe catalog grows.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0" y="38404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83880" y="406908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31" name="Text 29"/>
          <p:cNvSpPr/>
          <p:nvPr/>
        </p:nvSpPr>
        <p:spPr>
          <a:xfrm>
            <a:off x="818388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183880" y="46634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Guided Output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183880" y="50749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ready-to-cook recipes with clear steps for everyday meal planning.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behind Smart Recipe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44322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DSA Concepts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709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(HashMap / HashSet)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 (union, intersection)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&amp; ranking algorithms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/ trie for substitutions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44322D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745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&amp; Backend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709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Java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layer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design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44322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2062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617720"/>
            <a:ext cx="4709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recipe database (SQL / NoSQL)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Ingredient-recipe indexing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40233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44322D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42062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&amp; Tooling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4617720"/>
            <a:ext cx="4709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web / CLI front-end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version control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for matching logic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A7BEA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3619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matching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hashing &amp; sets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3400" y="137160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4526280" y="153619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26280" y="22402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wastage through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substitutions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A7BEA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153619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229600" y="22402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as the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database grows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61188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project, Smart Recipe is expected to: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069080"/>
            <a:ext cx="10149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accurate, ranked recipes from a user's available ingredients in real time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reliable substitutions for missing ingredients, keeping recipes achievable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practical, real-world application of hashing, set operations, and searching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household food wastage and simplify everyday meal-planning decisions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2026-08-13T06:42:30Z</dcterms:created>
  <dcterms:modified xsi:type="dcterms:W3CDTF">2026-08-13T06:42:30Z</dcterms:modified>
</cp:coreProperties>
</file>